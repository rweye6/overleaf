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B4D14-CCA0-42A0-A9F3-17130AC5E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A590CE-3DC4-4D87-BC58-E1FB507A9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100937-482B-4D42-8910-E9AF3F46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EEC09B-A2D3-42C7-8B8E-E71931C6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02061B-0948-4043-9D0B-794891B3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06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9E31BA-FEEF-4172-88AA-83AB64E6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EBF65-9777-4C2D-B6BB-55A1E0E17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21CB3-7CDB-4DCF-A5C2-38E0496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740903-7373-43CE-8576-807CCDCB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AE1D10-A0E2-4783-BCB5-9B5B7930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69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0F857-5949-4AA8-A89E-60A6D24A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204118-1255-48D0-900E-BE5DF94A3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FDF803-20BA-4D44-9535-4D791AFC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1380D2-D07D-4F72-B5D3-37B9E6A2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4E294B-4563-433B-A9AA-9D7F327F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78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EE7852-18E8-4153-BA7F-FBF37E3B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4D015A-F3D1-4DED-91AC-64E609F88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0B5ED0-C95F-4699-9B74-F90F66282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23B04A-8CD8-49E1-8432-33A5B75F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3E8D35-93ED-4CF7-BCA0-21BCE102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627D28-1435-4E76-B172-FC4A113C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70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CBC11-B5EB-4FB0-AD90-25E6C43E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4E80B9-8D91-4D17-A32B-037AA87C8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3F653F-819A-4605-B5BF-35F21CC6C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E10A02-F84D-4999-B68E-5E514E3AD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DF0B24-97E8-4C0C-A013-9E63EFD12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4C6B2C-78B2-46A3-914D-3C185881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B739F4-D2DB-42E0-8E8A-12E1A6F1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44FC50-2100-4038-8B61-98B255DA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85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B91E1-BB1B-4802-A847-0603C45D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CA86C4-7296-47A1-90B4-6E55EF191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D02CFA-440E-47A5-82DB-5B6957EB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AE681-6EFC-4423-8EA8-EA737C51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97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B514F1-965B-4252-9392-1171B992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CE735E4-6528-4FB7-BA0B-83558808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9B925B-71C5-40A1-8CDD-03A558E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76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DE3297-E7D5-4282-B9FA-7102D173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34B652-0D78-4B55-99D6-A1C1FA9C9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A6B2EB-5373-4587-B1B1-0EDEE5EEA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816EAA-27A8-46B9-AD2F-A6DF87AD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0EE8B4-8D51-4FFC-B8DD-792EDEC3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EAC9FF-277A-4D89-BD68-D1874071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31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6C36EA-E362-43A8-AC57-ECDEABDF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83AA80-9114-4C55-811B-807C87B8E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37799B-13E9-417E-A8CF-398956863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D04954-AAC1-4759-86E5-B4933380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CE5A40-47E1-4E13-A8ED-C66A038F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C14BD-CC1B-4D19-A82D-7B4AF6A4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782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AD9FD-75FA-4320-B754-4607DC7B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1CCF3E-2096-4F13-8D8D-186132233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F09C87-DCCC-4266-91B1-1AEFF960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3A3BF-3776-4060-97AB-792DF6CB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59BF16-CA5B-480C-A966-759FC53C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4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A69F8A-67A7-4553-8CC0-842E27B98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3C603A-B2A6-410E-B19B-E83C43302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1A895-585A-436C-8BE6-78AA81AB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75B386-55F6-42BB-A124-6737AC97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1C3549-9814-42D8-9AC8-9DC40865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38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E765DD1-087B-47C6-AE20-91993862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1E198B-FCC1-4E36-B493-FFB8BD5D7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D9B864-7E10-43EC-BCAE-81158E291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AF692-5801-4742-B85C-E38B522CC896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D1F455-437B-4A4C-A77E-831A889EB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3BDDCF-4CE6-4C77-B80E-39441E6F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37A47-71B3-4BB3-A2FE-C9636CF019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32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69AB47E-3016-4199-90B6-BED8204D1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41" y="740850"/>
            <a:ext cx="4342701" cy="389395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3A34F6-D4F5-48B9-9D1A-34DDF6EFD316}"/>
              </a:ext>
            </a:extLst>
          </p:cNvPr>
          <p:cNvSpPr txBox="1"/>
          <p:nvPr/>
        </p:nvSpPr>
        <p:spPr>
          <a:xfrm flipH="1">
            <a:off x="1426752" y="4304932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400nm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F87A61F-102F-41F6-ACB2-4298A53C0933}"/>
              </a:ext>
            </a:extLst>
          </p:cNvPr>
          <p:cNvSpPr txBox="1"/>
          <p:nvPr/>
        </p:nvSpPr>
        <p:spPr>
          <a:xfrm flipH="1">
            <a:off x="4115356" y="3709097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700nm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BE703E-EEF8-4FB0-A5C8-9C19818749E5}"/>
              </a:ext>
            </a:extLst>
          </p:cNvPr>
          <p:cNvSpPr txBox="1"/>
          <p:nvPr/>
        </p:nvSpPr>
        <p:spPr>
          <a:xfrm flipH="1">
            <a:off x="4115357" y="1494929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570nm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51456B-1025-4A4A-A028-03D79B63A2AB}"/>
              </a:ext>
            </a:extLst>
          </p:cNvPr>
          <p:cNvSpPr txBox="1"/>
          <p:nvPr/>
        </p:nvSpPr>
        <p:spPr>
          <a:xfrm flipH="1">
            <a:off x="3233672" y="627603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530nm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6081CEA-1B39-44D0-8983-C5F579B2F670}"/>
              </a:ext>
            </a:extLst>
          </p:cNvPr>
          <p:cNvSpPr txBox="1"/>
          <p:nvPr/>
        </p:nvSpPr>
        <p:spPr>
          <a:xfrm flipH="1">
            <a:off x="391488" y="1438594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500nm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E66DB6C-23F7-436D-814A-61F341C39320}"/>
              </a:ext>
            </a:extLst>
          </p:cNvPr>
          <p:cNvSpPr txBox="1"/>
          <p:nvPr/>
        </p:nvSpPr>
        <p:spPr>
          <a:xfrm flipH="1">
            <a:off x="300592" y="3244334"/>
            <a:ext cx="88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450nm</a:t>
            </a:r>
          </a:p>
        </p:txBody>
      </p:sp>
    </p:spTree>
    <p:extLst>
      <p:ext uri="{BB962C8B-B14F-4D97-AF65-F5344CB8AC3E}">
        <p14:creationId xmlns:p14="http://schemas.microsoft.com/office/powerpoint/2010/main" val="28327933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Rémy</dc:creator>
  <cp:lastModifiedBy>Rémy</cp:lastModifiedBy>
  <cp:revision>1</cp:revision>
  <dcterms:created xsi:type="dcterms:W3CDTF">2021-09-07T13:17:07Z</dcterms:created>
  <dcterms:modified xsi:type="dcterms:W3CDTF">2021-09-07T13:17:23Z</dcterms:modified>
</cp:coreProperties>
</file>